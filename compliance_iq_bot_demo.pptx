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Compliance IQ Bot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AI-powered regulatory compliance assistant for fast, evidence-based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F2933"/>
                </a:solidFill>
              </a:defRPr>
            </a:pPr>
            <a:r>
              <a:t>Capstone project demo: upload regulation documents, ask compliance questions, and receive grounded answers with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8F0F6"/>
                </a:solidFill>
              </a:defRPr>
            </a:pPr>
            <a:r>
              <a:t>Built with FastAPI, Streamlit, LangChain, and OpenAI-powered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project matters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Regulatory review is often slow, manual, and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Challenges in compliance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Teams spend hours searching across long regulatory PDFs and policy documents.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Important obligations can be missed when information is scattered across sources.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Compliance teams need quick, traceable answers instead of generic summaries.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754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Business impact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Reduces manual effort, speeds up response time, and improves audit readiness with evidence-backed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47548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6908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Target users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Compliance officers, legal teams, risk managers, and operations leaders who need instant policy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the bot does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A conversational assistant for document-grounded compliance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Upload a compliance PDF through a simple interface.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Ask natural-language questions like “What are the policy requirements?”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Receive concise answers with citations to the uploaded document.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Use retrieval and agent-based reasoning to ground responses in source material.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572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206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Input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PDF upload and a user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566160"/>
            <a:ext cx="4572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703320"/>
            <a:ext cx="4206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Output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Structured answer + supporting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Frontend, API, services, and AI reasoning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468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1. UI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Streamlit chat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468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2. API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FastAPI endpoints for upload and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3. Services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Document handling and query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645920"/>
            <a:ext cx="2468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59" y="17830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4. Agent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LangChain agent with tools and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840480"/>
            <a:ext cx="7772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3977640"/>
            <a:ext cx="7406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Flow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Upload PDF → process document → retrieve evidence → generate grounded response with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the demo works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A simple end-to-end flow for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Demo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Step 1: User uploads a PDF through the Streamlit UI.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Step 2: The backend saves the file and prepares it for retrieval.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Step 3: The user asks a compliance question in natural language.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Step 4: The agent searches the document and returns a grounded answer with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3657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8308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Example prompt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What are the compliance requirements mentioned in this document?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40480"/>
            <a:ext cx="3657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77640"/>
            <a:ext cx="32918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Expected result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A concise answer with source-backed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Modern Python stack for AI + web app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Python for the core application and orchestration.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FastAPI for robust backend APIs.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Streamlit for a lightweight chat-based UI.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LangChain and OpenAI models for retrieval and reasoning.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Pydantic models for structured request and response payloads.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5720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83080"/>
            <a:ext cx="4206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Backend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FastAPI, services, routes, and agent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566160"/>
            <a:ext cx="45720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703320"/>
            <a:ext cx="4206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AI layer</a:t>
            </a:r>
          </a:p>
          <a:p>
            <a:pPr>
              <a:defRPr sz="1200">
                <a:solidFill>
                  <a:srgbClr val="5B6B7A"/>
                </a:solidFill>
              </a:defRPr>
            </a:pPr>
            <a:r>
              <a:t>Retrieval tools, prompts, and structured LLM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Benefits and next steps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A strong foundation for enterprise compliance copilots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Accelerates compliance investigations and policy lookup.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Provides transparent, citation-based answers instead of unsupported guesses.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Creates a reusable foundation for future compliance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Support more document formats such as DOCX and TXT.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Add authentication, role-based access, and multi-user deployment.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3"/>
                </a:solidFill>
              </a:defRPr>
            </a:pPr>
            <a:r>
              <a:t>Expand to multiple regulatory sources and enterprise knowledge 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lvl="1">
              <a:defRPr sz="1400">
                <a:solidFill>
                  <a:srgbClr val="E8F0F6"/>
                </a:solidFill>
              </a:defRPr>
            </a:pPr>
            <a:r>
              <a:t>Questions? Ready for a live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377440"/>
            <a:ext cx="7955279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2834640"/>
            <a:ext cx="7223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933"/>
                </a:solidFill>
              </a:defRPr>
            </a:pPr>
            <a:r>
              <a:t>Demo file created successfully: compliance_iq_bot_demo.pptx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